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11"/>
    <p:restoredTop sz="94635"/>
  </p:normalViewPr>
  <p:slideViewPr>
    <p:cSldViewPr snapToGrid="0">
      <p:cViewPr varScale="1">
        <p:scale>
          <a:sx n="118" d="100"/>
          <a:sy n="118" d="100"/>
        </p:scale>
        <p:origin x="208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8AB7-7E3D-EA2E-C7D6-54F55F941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B462-256E-A1C4-0708-FD520C51D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5A4AA-92BD-B4A1-5196-2821CF9C5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38592-85D0-2AAC-2118-A805C9C49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EB861-6F69-3117-3A3E-607A0BFA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32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E707-2F12-D4E8-7E41-C92456335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E36D6-A05B-99B3-4118-505C317EB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0FB24-054C-ABD1-BE02-39743E8A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74F32-805A-E189-871C-8432E3606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D7F4B-9003-0D58-B52F-C3C34A698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255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0A52-127A-612C-5AE9-9DDAF712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98B0B7-FB00-26E7-AAF0-6C1133C11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D3BBE-30E5-548A-23A1-DD4D180D8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4C1A3-B955-EA00-669C-EF68EA91F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0FA31-498F-3D8C-37A5-B1B832F50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B2A8B-38AA-8A2D-5717-0E218A1E3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9C9D8-E371-78F6-4706-1D2E31979F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A92842-D0A7-2E2A-DB24-BBB51874E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E71CA-6800-935C-5229-C66434C93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ADDD9B-7F2A-6B1A-9510-8F797A71B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BC700-1101-CDAA-11B6-320FC8A27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27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28D12-EA3A-2AF1-5F0F-05426B2C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2EE0A-23AC-552A-5176-BE16D5826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A5BA88-230D-FEAD-598D-3059436CE9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4F0756-1B85-31DA-27CA-BECC68464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F64C5-4596-29AA-FDAF-001240E9E7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273220-1759-A759-8B8F-BACDADB89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F55B51-B946-0D5F-CBA2-05CEB886A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5040EF-EAC8-9CFC-941D-5F5B38F4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43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303B1-0E2E-9446-1A67-E39D631B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42A80F-EE8F-5589-1816-E9D80C599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E8CF45-7604-0768-487E-4FFAF509E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A56E2-A454-1683-98FC-58EBC201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776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74D00E-88FD-E90B-6FEF-1BB4B55C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63562A-7048-BEF2-9C73-E357CDC4F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6212A-EACC-2A71-60B5-7A97834D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452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1B600-5C0D-7C30-1470-1ED70F329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B1B55-532D-B463-953C-C939DD71B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AD2798-51CC-D66D-F46D-45E852F18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7DF6BB-3B43-83F7-24BF-71A31FEE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592E0-9903-C921-7096-0472C2B30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9B8971-9EC5-AACB-B077-6174D750F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14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FA696-7B19-F25B-8728-ABE1E1049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8437F3-C685-8C04-6468-AF8066789B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BBA730-793C-F6AB-1BA7-E67EDC4EE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8AFEA-26FA-8542-6F4F-E7FA28589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6638C2-C88A-F29A-3C57-0EF05703F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CF5D3D-1F04-187C-72AE-DDBF96158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81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31AB-C015-AA50-7106-2F6B045E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7196BD-AA1C-33C5-A364-629B477B2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36BB6-C984-2843-3A86-44945886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C08D1-146A-1D09-F1E7-B58E2427D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CD541-5556-9520-1CD4-6C2F5EEA0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675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61A1DA-0BEE-3EA1-B824-E920249F94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1D2863-C906-D967-148D-C70A0F8012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5F707-3CF1-106F-84E2-35B5B62F7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91418-6F23-A537-1FA7-D298117E7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E02E2-8289-E9E4-3A1D-2CB430534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6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F5DAB2-B3E4-FB7A-E65A-49CCF4B0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134F6-2F36-14EB-B110-57EFE736F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512BD-8F03-271A-4442-C2C4CDC80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9D2EE9-8463-2649-BAB1-C2A24B9819CD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0883A-1237-7C82-16B8-102F4CEB36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03613-50C7-F0C8-6D69-EE3E804FD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0862A-AE4F-4641-9B2D-3C873F58E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64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28">
            <a:extLst>
              <a:ext uri="{FF2B5EF4-FFF2-40B4-BE49-F238E27FC236}">
                <a16:creationId xmlns:a16="http://schemas.microsoft.com/office/drawing/2014/main" id="{129AC53D-7778-BA87-25CD-7CAB250E809F}"/>
              </a:ext>
            </a:extLst>
          </p:cNvPr>
          <p:cNvSpPr txBox="1"/>
          <p:nvPr/>
        </p:nvSpPr>
        <p:spPr>
          <a:xfrm>
            <a:off x="1339701" y="1046264"/>
            <a:ext cx="10139725" cy="4296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600" b="1" kern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Local Agentic AI CDC Flu Tracker &amp; Analyzer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Fetches real-time CDC 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ublic health mortality 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(public dataset)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Uses a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local LLM (</a:t>
            </a:r>
            <a:r>
              <a:rPr lang="en-US" sz="1800" b="1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Parse &amp; clean raw data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Analyze &amp; summarize trends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Suggest simple health recommendations based on trends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Fully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local execution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No API calls beyond downloading the public dataset.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Governed model + governed dataset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(ethical by design)</a:t>
            </a:r>
            <a:b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/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the model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Apache 2.0 license) and the dataset (CDC public data) are open, transparent, and privacy-safe.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961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5830F1-044A-5EC3-551B-22425972D7F3}"/>
              </a:ext>
            </a:extLst>
          </p:cNvPr>
          <p:cNvSpPr txBox="1"/>
          <p:nvPr/>
        </p:nvSpPr>
        <p:spPr>
          <a:xfrm>
            <a:off x="1411471" y="0"/>
            <a:ext cx="9380575" cy="562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 built a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local agentic AI pipeline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that monitors and analyzes real-time 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ublic health mortality data 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 the CDC. The system consists of: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Fetcher Agent: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Pulls and formats CDC’s open data (in JSON format)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Trend Analyzer Agent: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lang="en-US" sz="1800" b="1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(Apache 2.0) to summarize key trends (e.g., increases/decreases in cases)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Advisor Agent: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Generates human-friendly health advice (e.g., "Consider getting a flu shot if you're in a high-risk group")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 used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 + Transformers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run </a:t>
            </a:r>
            <a:r>
              <a:rPr lang="en-US" sz="1800" b="1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locally, and connected the agents using </a:t>
            </a:r>
            <a:r>
              <a:rPr lang="en-US" sz="1800" b="1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CrewAI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multi-step orchestration.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core challenges were: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Converting messy JSON into prompts suitable for the LLM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Running everything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fully offline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ensure privacy &amp; governance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Keeping latency low using local inference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54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135F10-5E40-150A-0A1E-D19D026733E5}"/>
              </a:ext>
            </a:extLst>
          </p:cNvPr>
          <p:cNvSpPr txBox="1"/>
          <p:nvPr/>
        </p:nvSpPr>
        <p:spPr>
          <a:xfrm>
            <a:off x="361507" y="1186816"/>
            <a:ext cx="10515600" cy="3107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Why I Chose to Create It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 wanted to solve a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real-world, high-impact problem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making public health data easier for people to understand.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Many AI demos focus on chatbots or generic Q&amp;A, but I chose something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actionable and community-focused: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giving people near real-time insights into flu outbreaks, especially important post-pandemic.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Plus, I wanted to highlight that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 doesn't have to be cloud-based or privacy-invasive.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This project runs fully 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locally, using open data and a governed, ethical model</a:t>
            </a:r>
            <a:r>
              <a:rPr lang="en-US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showcasing AI’s potential to work responsibly and securely.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026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9C39A2-43DE-6A40-D4AE-81B23B039511}"/>
              </a:ext>
            </a:extLst>
          </p:cNvPr>
          <p:cNvSpPr txBox="1"/>
          <p:nvPr/>
        </p:nvSpPr>
        <p:spPr>
          <a:xfrm>
            <a:off x="563526" y="350073"/>
            <a:ext cx="11834037" cy="6299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How Did an Agentic Framework Help?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agentic framework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made the solution modular, reusable, and easy to extend.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Instead of writing one big script, I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split responsibilities into clear roles: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Fetcher Agent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focuses only on collecting &amp; cleaning data.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Trend Analyzer Agent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specializes in interpreting the data.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Advisor Agent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provides human-understandable health recommendations.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This mirrors how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real-world teams work: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specialists collaborating, each with a defined task.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CrewAI’s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orchestration made it easy to: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Chain tasks step-by-step,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Debug/optimize each agent independently,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Swap in new agents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(e.g., replace </a:t>
            </a:r>
            <a:r>
              <a:rPr lang="en-US" kern="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US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later if needed)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 also encouraged </a:t>
            </a:r>
            <a:r>
              <a:rPr lang="en-US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clear prompt engineering,</a:t>
            </a:r>
            <a: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because each agent needed a focused prompt, which improved LLM performance and reliability.</a:t>
            </a:r>
            <a:b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TinyLlama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small, local model, ideal for lightweight NLP tasks. For deeper insights, it can be swapped for larger models like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GPT-based APIs.</a:t>
            </a:r>
            <a:endParaRPr lang="en-US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213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114F26-7CDD-F8BB-9A36-E49B736C2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11" y="369044"/>
            <a:ext cx="7772400" cy="43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308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5857E-1918-9D70-7316-F2FEE0919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05826"/>
            <a:ext cx="7772400" cy="4646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146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7F83D5C-9200-2AB2-517F-BAFB32829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44058"/>
            <a:ext cx="7772400" cy="456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76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06D2FE-3876-F81F-9288-62B39DF502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059" y="0"/>
            <a:ext cx="76438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16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A1EE58C-3885-939C-7AE6-6CFEC54F7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8668"/>
            <a:ext cx="7772400" cy="446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497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512</Words>
  <Application>Microsoft Macintosh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LEELA ADDANKI</dc:creator>
  <cp:lastModifiedBy>LEELA ADDANKI</cp:lastModifiedBy>
  <cp:revision>22</cp:revision>
  <dcterms:created xsi:type="dcterms:W3CDTF">2025-05-01T02:23:20Z</dcterms:created>
  <dcterms:modified xsi:type="dcterms:W3CDTF">2025-05-01T10:46:01Z</dcterms:modified>
</cp:coreProperties>
</file>